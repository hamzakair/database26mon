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34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A261AA-B2E8-8A53-EDDC-F0078ABAC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6D15779-7439-6EC9-5AB1-73A7DB371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D09F42-3BE2-CC8C-DD62-31DAA0DF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0CDFB-D6A2-4F0A-8A81-B260549A74D6}" type="datetimeFigureOut">
              <a:rPr lang="ru-KZ" smtClean="0"/>
              <a:t>27.09.2026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2449D1-E959-0A4C-238A-81B9D57DF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629157-1301-81DC-6DDB-904168C13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CA59-75A1-4002-A2B3-E2BBA2FD1DEE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50474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CA352-2696-1EC2-5851-46149EBF5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900CF5-7D03-F226-43FF-9150F864E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DA65C9-820C-96E3-5B6A-CABD73E8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0CDFB-D6A2-4F0A-8A81-B260549A74D6}" type="datetimeFigureOut">
              <a:rPr lang="ru-KZ" smtClean="0"/>
              <a:t>27.09.2026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B0E467-84EE-1B27-7388-C43E1BFB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7E66EA-8F69-0D52-5603-97FBFAEC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CA59-75A1-4002-A2B3-E2BBA2FD1DEE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12758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4CA0A6-04A2-0A3D-34C4-D2E9259D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C84262-C5EF-F2CC-377F-D1E3D4B4C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6BFB25-27C5-218D-E7F9-2A44048E7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0CDFB-D6A2-4F0A-8A81-B260549A74D6}" type="datetimeFigureOut">
              <a:rPr lang="ru-KZ" smtClean="0"/>
              <a:t>27.09.2026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4693EA-141B-0DCB-BD7D-45EB719B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1FA061-563B-6062-B5F0-88E7303EB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CA59-75A1-4002-A2B3-E2BBA2FD1DEE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9279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2E304B-03EA-04EC-99B7-47753E0B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205EB8-5ADD-D82C-3547-ABCDAA984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8470D7-128B-D195-CDED-0E237A572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C081C1-75A6-E772-5740-A4D19E2B7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0CDFB-D6A2-4F0A-8A81-B260549A74D6}" type="datetimeFigureOut">
              <a:rPr lang="ru-KZ" smtClean="0"/>
              <a:t>27.09.2026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F754C9-6F1D-1BB2-E2EF-10E0F7589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95772E-2575-F146-CE50-5F36FA2E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CA59-75A1-4002-A2B3-E2BBA2FD1DEE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0804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213212-399D-C726-478B-4FE349FA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E4E023-CB0F-A797-327E-8BB6A72BF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8DB36A-5067-5D6F-E95F-AD4E24B53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E6EA7EB-5B17-9E38-9BFC-3B7285D9E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2B3E6B3-08AC-7E4E-7C6F-85518BEAD7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9ADBE5F-FC43-CB89-9DF9-A240DF5CC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0CDFB-D6A2-4F0A-8A81-B260549A74D6}" type="datetimeFigureOut">
              <a:rPr lang="ru-KZ" smtClean="0"/>
              <a:t>27.09.2026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F0A0271-C01C-B4EF-7B76-DAAF070F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C9F52E6-D9EC-9181-F95F-C2AE99C00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CA59-75A1-4002-A2B3-E2BBA2FD1DEE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7333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EA18B-E112-DD72-0452-600E12B73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F26EEFF-E183-36A9-6F69-743F5CC11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0CDFB-D6A2-4F0A-8A81-B260549A74D6}" type="datetimeFigureOut">
              <a:rPr lang="ru-KZ" smtClean="0"/>
              <a:t>27.09.2026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B68A0B-64C3-73AC-EA9E-27937E5C7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B653F4B-510A-787D-8770-BBA5C738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CA59-75A1-4002-A2B3-E2BBA2FD1DEE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40357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87F8DEC-4BF5-58C4-1858-49C6C883B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0CDFB-D6A2-4F0A-8A81-B260549A74D6}" type="datetimeFigureOut">
              <a:rPr lang="ru-KZ" smtClean="0"/>
              <a:t>27.09.2026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BA45A11-95D7-907E-F18B-B878359F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ECDA58-3287-CE2D-E6A2-ACB678C2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CA59-75A1-4002-A2B3-E2BBA2FD1DEE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18516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0F0A0-3745-AE53-216B-62D5E4BB2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1DB3DC-CFC8-0A4B-07BD-DC1C61456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9FC7E8-EBCC-1319-CFD1-5E93307DC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287B86-7634-8361-BF47-20F1CAABB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0CDFB-D6A2-4F0A-8A81-B260549A74D6}" type="datetimeFigureOut">
              <a:rPr lang="ru-KZ" smtClean="0"/>
              <a:t>27.09.2026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E0F399-26A3-4B07-8FBB-6B5B440C8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7D8809-FB99-744A-01FE-4DEDB3DD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CA59-75A1-4002-A2B3-E2BBA2FD1DEE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24871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52875-127B-2B3A-D01B-39D890A57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4C926C2-7725-6473-7D5A-02C52A7690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D14EEA-0BCC-4A1E-FCE1-9E40D5FF7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9311D0-8F68-8FD4-46F0-460000A76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0CDFB-D6A2-4F0A-8A81-B260549A74D6}" type="datetimeFigureOut">
              <a:rPr lang="ru-KZ" smtClean="0"/>
              <a:t>27.09.2026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6F978F-3998-10D2-5171-4C2DEFE8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1ECA43-E55F-266B-C72A-0BFDDDA4B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CA59-75A1-4002-A2B3-E2BBA2FD1DEE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30819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CDAC88-13B0-9C47-CE48-6A71FFCCB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C25A1C-3012-3277-8591-C18435DEF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C87B4D-05DF-F9AB-8B99-1008B8A5B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0CDFB-D6A2-4F0A-8A81-B260549A74D6}" type="datetimeFigureOut">
              <a:rPr lang="ru-KZ" smtClean="0"/>
              <a:t>27.09.2026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9DC52B-6254-968B-6408-378EAC54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DC16B0-F469-CE09-D98D-0797FF65E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CA59-75A1-4002-A2B3-E2BBA2FD1DEE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1923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5F9E3AC-548D-4793-1127-C3E8C9A422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E899279-DB68-037A-6238-286A0A730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EA6DA0-1956-A2BA-A51D-A31B2E0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0CDFB-D6A2-4F0A-8A81-B260549A74D6}" type="datetimeFigureOut">
              <a:rPr lang="ru-KZ" smtClean="0"/>
              <a:t>27.09.2026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498F63-3D71-C8D6-874D-33B326BEA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DEC991-DAAB-6333-301F-0EDEE3CDD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CA59-75A1-4002-A2B3-E2BBA2FD1DEE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51155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6068A7-EDA9-A1BF-5384-F9DB9ECDC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7781F6-A962-2235-A130-BE77F50A3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AFFE03-700D-F0CC-7C94-ED8881B15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0CDFB-D6A2-4F0A-8A81-B260549A74D6}" type="datetimeFigureOut">
              <a:rPr lang="ru-KZ" smtClean="0"/>
              <a:t>27.09.2026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E9621F-1C8B-8D90-0379-C37A65622A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006AD3-D054-DD43-6E49-D4454E1DC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2CA59-75A1-4002-A2B3-E2BBA2FD1DEE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7711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79AC2-36C9-9FE5-CB94-D1F2DA8F8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1-task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FF3F83-DCA8-2B74-5436-604472F54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6" y="1323975"/>
            <a:ext cx="7581900" cy="251460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INSERT INTO flights (</a:t>
            </a:r>
            <a:r>
              <a:rPr lang="en-US" dirty="0" err="1"/>
              <a:t>flight_number</a:t>
            </a:r>
            <a:r>
              <a:rPr lang="en-US" dirty="0"/>
              <a:t>, </a:t>
            </a:r>
            <a:r>
              <a:rPr lang="en-US" dirty="0" err="1"/>
              <a:t>departure_airport</a:t>
            </a:r>
            <a:r>
              <a:rPr lang="en-US" dirty="0"/>
              <a:t>, </a:t>
            </a:r>
            <a:r>
              <a:rPr lang="en-US" dirty="0" err="1"/>
              <a:t>arrival_airport</a:t>
            </a:r>
            <a:r>
              <a:rPr lang="en-US" dirty="0"/>
              <a:t>, </a:t>
            </a:r>
            <a:r>
              <a:rPr lang="en-US" dirty="0" err="1"/>
              <a:t>departure_time</a:t>
            </a:r>
            <a:r>
              <a:rPr lang="en-US" dirty="0"/>
              <a:t>, </a:t>
            </a:r>
            <a:r>
              <a:rPr lang="en-US" dirty="0" err="1"/>
              <a:t>arrival_time</a:t>
            </a:r>
            <a:r>
              <a:rPr lang="en-US" dirty="0"/>
              <a:t>)</a:t>
            </a:r>
          </a:p>
          <a:p>
            <a:r>
              <a:rPr lang="en-US" dirty="0"/>
              <a:t>SELECT </a:t>
            </a:r>
          </a:p>
          <a:p>
            <a:r>
              <a:rPr lang="en-US" dirty="0"/>
              <a:t>    'FL-' || floor(random() * 8999 + 1000)::text,</a:t>
            </a:r>
          </a:p>
          <a:p>
            <a:r>
              <a:rPr lang="en-US" dirty="0"/>
              <a:t>    'ALA',</a:t>
            </a:r>
          </a:p>
          <a:p>
            <a:r>
              <a:rPr lang="en-US" dirty="0"/>
              <a:t>    'TSE',</a:t>
            </a:r>
          </a:p>
          <a:p>
            <a:r>
              <a:rPr lang="en-US" dirty="0"/>
              <a:t>    now() - (random() * 365 || ' days')::interval,</a:t>
            </a:r>
          </a:p>
          <a:p>
            <a:r>
              <a:rPr lang="en-US" dirty="0"/>
              <a:t>    now() - (random() * 365 || ' days')::interval + interval '2 hours'</a:t>
            </a:r>
          </a:p>
          <a:p>
            <a:r>
              <a:rPr lang="en-US" dirty="0"/>
              <a:t>FROM </a:t>
            </a:r>
            <a:r>
              <a:rPr lang="en-US" dirty="0" err="1"/>
              <a:t>generate_series</a:t>
            </a:r>
            <a:r>
              <a:rPr lang="en-US" dirty="0"/>
              <a:t>(1, 200);</a:t>
            </a:r>
            <a:endParaRPr lang="ru-KZ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E07C74-11A9-EAB9-8BAE-44933D948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36931"/>
            <a:ext cx="5381625" cy="312106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F64C90-692D-FBF8-C95C-BE11CBBFF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774" y="3037942"/>
            <a:ext cx="6125099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58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FD184-F4EF-30D3-F820-41033EBB2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2-task</a:t>
            </a:r>
            <a:br>
              <a:rPr lang="en-US" dirty="0"/>
            </a:b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2E0D613-EA13-5C10-60B4-B417E5D5A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6374" y="1825625"/>
            <a:ext cx="70592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79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3F1B4B-D73B-0104-592E-74AF3E31B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3-</a:t>
            </a:r>
            <a:r>
              <a:rPr lang="en-US" dirty="0"/>
              <a:t>task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B71DD1F-E7B9-913C-1E60-90C60B73C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3928" y="1825625"/>
            <a:ext cx="676414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774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851E2F-AB3C-02A3-B73F-C51B85748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4-task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2791AF9-F75C-12C5-C95A-4C77607C2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6187" y="1825625"/>
            <a:ext cx="64996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093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A89C2B-BFFC-EEA4-F42F-3C86D5A8E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5-task</a:t>
            </a:r>
            <a:endParaRPr lang="ru-KZ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6C6C893-5EE7-FB33-CAC5-1CFD7CECC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4" y="1295687"/>
            <a:ext cx="8086667" cy="5411214"/>
          </a:xfrm>
          <a:prstGeom prst="rect">
            <a:avLst/>
          </a:prstGeom>
        </p:spPr>
      </p:pic>
      <p:sp>
        <p:nvSpPr>
          <p:cNvPr id="9" name="Объект 8">
            <a:extLst>
              <a:ext uri="{FF2B5EF4-FFF2-40B4-BE49-F238E27FC236}">
                <a16:creationId xmlns:a16="http://schemas.microsoft.com/office/drawing/2014/main" id="{3AC01CD0-6E6D-02D9-73AA-A1750E871F18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2515850" y="7372347"/>
            <a:ext cx="1419224" cy="409577"/>
          </a:xfrm>
        </p:spPr>
        <p:txBody>
          <a:bodyPr>
            <a:normAutofit fontScale="92500" lnSpcReduction="20000"/>
          </a:bodyPr>
          <a:lstStyle/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570540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CF2839-0CBB-C919-226C-37B68D358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6-task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FE88477-EF20-7995-A0C9-9E9E2673BC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1298" y="1825625"/>
            <a:ext cx="640940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9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7DFA98-FDD3-96EF-3AF8-DF77E1C41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7-task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2F414E6-3012-9737-4507-97921F8D17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4909" y="1825625"/>
            <a:ext cx="64221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113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A58879-3C51-AFDB-4C94-BEAC0A9A1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8-task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B8EEE96-E968-53D3-0AAA-E845E455EF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5936" y="1825625"/>
            <a:ext cx="62401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802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E7518-E0BB-6FCC-43A3-52D25C178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9-task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CC09C1D-9B46-DF13-F9EC-2A90B0E25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4282" y="1825625"/>
            <a:ext cx="632343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6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B9C44-43F0-2E0D-D582-A589DAE3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10-task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1BC7700-79C4-334E-B0B9-BBB257EE3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347" y="1825625"/>
            <a:ext cx="63893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523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84302-8C75-7C9B-BE1C-4405D09BE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11-task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DE1C8DD-5C6F-9558-A578-A102F5BF7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4451" y="1825625"/>
            <a:ext cx="65030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67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DFF3BB-5712-72BD-5B3A-0816A051F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12-task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75C8B22-1F6E-5ACF-1411-36CF4428A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2977" y="1825625"/>
            <a:ext cx="65860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051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55470B-3A17-3FDF-5E82-EF9592A4A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13-task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DC1F2D5-0CE0-D055-969F-22260B68A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6763" y="1825625"/>
            <a:ext cx="65184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70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E4910C-40A4-B524-75A1-290A68F28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14-task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89ABDE1-DD4B-B50A-4032-FD5A1955A8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9611" y="1825625"/>
            <a:ext cx="64727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38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D180C7-8D27-356B-2157-81B0099EA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15-task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BA978F5-427F-BDDC-1340-49118AF2D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2654" y="1825625"/>
            <a:ext cx="646669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2975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106</Words>
  <Application>Microsoft Office PowerPoint</Application>
  <PresentationFormat>Широкоэкранный</PresentationFormat>
  <Paragraphs>23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Тема Office</vt:lpstr>
      <vt:lpstr>1-task</vt:lpstr>
      <vt:lpstr>2-task </vt:lpstr>
      <vt:lpstr>3-task</vt:lpstr>
      <vt:lpstr>4-task</vt:lpstr>
      <vt:lpstr>5-task</vt:lpstr>
      <vt:lpstr>6-task</vt:lpstr>
      <vt:lpstr>7-task</vt:lpstr>
      <vt:lpstr>8-task</vt:lpstr>
      <vt:lpstr>9-task</vt:lpstr>
      <vt:lpstr>10-task</vt:lpstr>
      <vt:lpstr>11-task</vt:lpstr>
      <vt:lpstr>12-task</vt:lpstr>
      <vt:lpstr>13-task</vt:lpstr>
      <vt:lpstr>14-task</vt:lpstr>
      <vt:lpstr>15-task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Khamza Kairzhan</dc:creator>
  <cp:lastModifiedBy>Khamza Kairzhan</cp:lastModifiedBy>
  <cp:revision>2</cp:revision>
  <dcterms:created xsi:type="dcterms:W3CDTF">2026-09-27T06:33:39Z</dcterms:created>
  <dcterms:modified xsi:type="dcterms:W3CDTF">2026-09-27T06:43:43Z</dcterms:modified>
</cp:coreProperties>
</file>